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57250"/>
            <a:ext cx="27432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656832"/>
            <a:ext cx="8913066" cy="3558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Development: Technology Progress and Next Steps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1047750" y="8710613"/>
            <a:ext cx="951880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Mihir Trivedi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047750" y="9196388"/>
            <a:ext cx="95188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Specialist, Chiefs of Ontario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0844213" y="5326410"/>
            <a:ext cx="65879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WORKSTREAMS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844213" y="5816947"/>
            <a:ext cx="6396038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844213" y="625033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369501" y="6150322"/>
            <a:ext cx="604687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Nations Business Directory portal migration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1396663" y="7198072"/>
            <a:ext cx="2447702" cy="414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549062" y="7274272"/>
            <a:ext cx="22191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844213" y="7955310"/>
            <a:ext cx="6396038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844213" y="8279160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369501" y="8241060"/>
            <a:ext cx="3838694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Funding Tracker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844213" y="8873505"/>
            <a:ext cx="6396038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844213" y="919735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369501" y="9159255"/>
            <a:ext cx="620546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business verification with Makwa7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71525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7152531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FNBD portal migration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425229"/>
            <a:ext cx="1571625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now owns and operates the survey, data files and Power BI report.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047750" y="3099569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is complete. Business and staff survey submissions now reach COO’s SimpleSurvey account. The report uses COO’s OneDrive files; adding recent responses to it remains manual.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4571628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8" name="Text 5"/>
          <p:cNvSpPr/>
          <p:nvPr/>
        </p:nvSpPr>
        <p:spPr>
          <a:xfrm>
            <a:off x="1352550" y="4526384"/>
            <a:ext cx="68149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· TRANSFERRED FROM IFSD TO COO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4978822"/>
            <a:ext cx="2939579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Text 7"/>
          <p:cNvSpPr/>
          <p:nvPr/>
        </p:nvSpPr>
        <p:spPr>
          <a:xfrm>
            <a:off x="1314450" y="5264572"/>
            <a:ext cx="26467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14450" y="5659859"/>
            <a:ext cx="248237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SimpleSurvey projects transferred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314450" y="6936209"/>
            <a:ext cx="248237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survey links kept active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77829" y="4978822"/>
            <a:ext cx="2939653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4" name="Text 11"/>
          <p:cNvSpPr/>
          <p:nvPr/>
        </p:nvSpPr>
        <p:spPr>
          <a:xfrm>
            <a:off x="4444529" y="5264572"/>
            <a:ext cx="26468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44529" y="5659859"/>
            <a:ext cx="24824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moved to COO OneDrive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444529" y="6936209"/>
            <a:ext cx="24824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connections validated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307982" y="4978822"/>
            <a:ext cx="2939579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Text 15"/>
          <p:cNvSpPr/>
          <p:nvPr/>
        </p:nvSpPr>
        <p:spPr>
          <a:xfrm>
            <a:off x="7574682" y="5264572"/>
            <a:ext cx="26467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74682" y="5659859"/>
            <a:ext cx="248237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through COO’s Power BI account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438061" y="4978822"/>
            <a:ext cx="2939653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1" name="Text 18"/>
          <p:cNvSpPr/>
          <p:nvPr/>
        </p:nvSpPr>
        <p:spPr>
          <a:xfrm>
            <a:off x="10704761" y="5264572"/>
            <a:ext cx="26468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704761" y="5659859"/>
            <a:ext cx="24824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Maps enabled and tested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3911114" y="4571628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215914" y="4526384"/>
            <a:ext cx="16200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911114" y="4978822"/>
            <a:ext cx="3329062" cy="3143250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14177814" y="5264572"/>
            <a:ext cx="30752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177814" y="5659859"/>
            <a:ext cx="28795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follows final review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177814" y="6555209"/>
            <a:ext cx="307522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 is ready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63352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633528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survey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63352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October 13, 2026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853854"/>
            <a:ext cx="44005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047750" y="4244504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Business-submitted responses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05450" y="2853854"/>
            <a:ext cx="61019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53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496645" y="2853854"/>
            <a:ext cx="46101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</a:t>
            </a:r>
            <a:endParaRPr lang="en-US" sz="9900" dirty="0"/>
          </a:p>
        </p:txBody>
      </p:sp>
      <p:sp>
        <p:nvSpPr>
          <p:cNvPr id="10" name="Text 7"/>
          <p:cNvSpPr/>
          <p:nvPr/>
        </p:nvSpPr>
        <p:spPr>
          <a:xfrm>
            <a:off x="6496645" y="4244504"/>
            <a:ext cx="46101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/ approved-user responses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144845" y="2853854"/>
            <a:ext cx="61019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53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12136041" y="2853854"/>
            <a:ext cx="4336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1,225</a:t>
            </a:r>
            <a:endParaRPr lang="en-US" sz="9900" dirty="0"/>
          </a:p>
        </p:txBody>
      </p:sp>
      <p:sp>
        <p:nvSpPr>
          <p:cNvPr id="13" name="Text 10"/>
          <p:cNvSpPr/>
          <p:nvPr/>
        </p:nvSpPr>
        <p:spPr>
          <a:xfrm>
            <a:off x="12136041" y="4244504"/>
            <a:ext cx="43365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responses collected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47750" y="4894585"/>
            <a:ext cx="1143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6350" y="4820766"/>
            <a:ext cx="38720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incomplete responses excluded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47750" y="6166545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1,225 RESPONSES ARE NOW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47750" y="6599932"/>
            <a:ext cx="15513844" cy="5334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8" name="Shape 15"/>
          <p:cNvSpPr/>
          <p:nvPr/>
        </p:nvSpPr>
        <p:spPr>
          <a:xfrm>
            <a:off x="16618744" y="6599932"/>
            <a:ext cx="621506" cy="533400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1047750" y="7304782"/>
            <a:ext cx="167803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1,182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2763738" y="7557195"/>
            <a:ext cx="43200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current Power BI dataset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3346981" y="7304782"/>
            <a:ext cx="7542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14376536" y="7557195"/>
            <a:ext cx="286371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processing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3996891" y="7941990"/>
            <a:ext cx="324335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included in the 1,225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47750" y="8486775"/>
            <a:ext cx="6224364" cy="4143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1200150" y="8562975"/>
            <a:ext cx="61062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COUNTS, NOT UNIQUE BUSINESSES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462614" y="8562975"/>
            <a:ext cx="58707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unique-business count requires duplicate review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5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6334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6334631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report preview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158529"/>
            <a:ext cx="11844114" cy="6610350"/>
          </a:xfrm>
          <a:prstGeom prst="rect">
            <a:avLst/>
          </a:prstGeom>
          <a:ln w="19050">
            <a:solidFill>
              <a:srgbClr val="E0DFD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158529"/>
            <a:ext cx="11844114" cy="6610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25264" y="2158529"/>
            <a:ext cx="41964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VIEW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425264" y="2534766"/>
            <a:ext cx="39294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COO report, filtered to Ontario: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submitted records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Counts change with filters; duplicate review is pending.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13425264" y="4188247"/>
            <a:ext cx="3814986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Text 6"/>
          <p:cNvSpPr/>
          <p:nvPr/>
        </p:nvSpPr>
        <p:spPr>
          <a:xfrm>
            <a:off x="13425264" y="4435897"/>
            <a:ext cx="41964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DATASET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425264" y="4793084"/>
            <a:ext cx="392943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1,225 collected; 1,182 in Power BI (slide 3)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3425264" y="8410575"/>
            <a:ext cx="3247653" cy="528638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3" name="Text 9"/>
          <p:cNvSpPr/>
          <p:nvPr/>
        </p:nvSpPr>
        <p:spPr>
          <a:xfrm>
            <a:off x="13615764" y="8543925"/>
            <a:ext cx="29640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COO Power BI report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14027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1402794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submissions and next steps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425229"/>
            <a:ext cx="15716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47750" y="3049116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2915766"/>
            <a:ext cx="6632067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survey submissions reach COO’s SimpleSurvey account.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534400" y="3049116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6350" y="2915766"/>
            <a:ext cx="6632067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recent responses to the report is still a manual step.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6952357"/>
            <a:ext cx="51889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· MANUAL, LED BY MIHIR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007283" y="6952357"/>
            <a:ext cx="13562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47750" y="7423845"/>
            <a:ext cx="2613422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750" y="7690545"/>
            <a:ext cx="26233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47750" y="8047732"/>
            <a:ext cx="246102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recent responses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3661172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3661172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61172" y="8047732"/>
            <a:ext cx="262338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duplicates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6274668" y="7423845"/>
            <a:ext cx="2613422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274668" y="7690545"/>
            <a:ext cx="26233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74668" y="8047732"/>
            <a:ext cx="262330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locations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8888090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8888090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88090" y="8047732"/>
            <a:ext cx="2461096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 reviews the update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1501586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11501586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501586" y="8047732"/>
            <a:ext cx="262338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the report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14496083" y="7423845"/>
            <a:ext cx="2744093" cy="1439168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14753258" y="7642920"/>
            <a:ext cx="24527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753258" y="8000107"/>
            <a:ext cx="2305943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this recurring process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1" name="Text 28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8234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2 · GRANTS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8234660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Funding Tracker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823466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funding opportunities easier to find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2688059"/>
            <a:ext cx="10104611" cy="5290617"/>
          </a:xfrm>
          <a:prstGeom prst="rect">
            <a:avLst/>
          </a:prstGeom>
          <a:ln w="19050">
            <a:solidFill>
              <a:srgbClr val="E0DFD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688059"/>
            <a:ext cx="10104611" cy="52906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750" y="8150126"/>
            <a:ext cx="1036850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COO: </a:t>
            </a:r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information is easier to browse, with less need to search through a spreadsheet.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1647661" y="3952949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Shape 6"/>
          <p:cNvSpPr/>
          <p:nvPr/>
        </p:nvSpPr>
        <p:spPr>
          <a:xfrm>
            <a:off x="11647661" y="2897609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1" name="Text 7"/>
          <p:cNvSpPr/>
          <p:nvPr/>
        </p:nvSpPr>
        <p:spPr>
          <a:xfrm>
            <a:off x="11952461" y="2840459"/>
            <a:ext cx="626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1952461" y="3183359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grants, filter opportunities, view eligibility, deadlines and application links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647661" y="523689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47661" y="4181549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5" name="Text 11"/>
          <p:cNvSpPr/>
          <p:nvPr/>
        </p:nvSpPr>
        <p:spPr>
          <a:xfrm>
            <a:off x="11952461" y="4124399"/>
            <a:ext cx="1831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1952461" y="4467299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on a standalone WordPress page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647661" y="652083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47661" y="5465490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9" name="Text 15"/>
          <p:cNvSpPr/>
          <p:nvPr/>
        </p:nvSpPr>
        <p:spPr>
          <a:xfrm>
            <a:off x="11952461" y="5408340"/>
            <a:ext cx="16650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1952461" y="5751240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requested font, wording and source-edition updates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647661" y="780477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47661" y="6749430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952461" y="6692280"/>
            <a:ext cx="6130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11952461" y="7035180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updates and internal review; agree hosting and maintenance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11647661" y="8429625"/>
            <a:ext cx="3169072" cy="509587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11847686" y="8553450"/>
            <a:ext cx="28640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publicly launched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4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3378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3 · MAKWA7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3378785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business verification with Makwa7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13378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process for collecting documents and verifying First Nations businesses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180" y="2777654"/>
            <a:ext cx="9875565" cy="4731841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949104"/>
            <a:ext cx="311583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339530" y="2949104"/>
            <a:ext cx="98971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· SUPPORTING DOCUMENTS IN M-FILES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215095" y="2949104"/>
            <a:ext cx="31159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47750" y="3363441"/>
            <a:ext cx="3025080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750" y="3363441"/>
            <a:ext cx="3025080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257300" y="3611091"/>
            <a:ext cx="28665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57300" y="3968279"/>
            <a:ext cx="268416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registration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257300" y="4706466"/>
            <a:ext cx="268416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SimpleSurvey; receives a unique business ID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39530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339530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549080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49080" y="3968279"/>
            <a:ext cx="268423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submission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4549080" y="4706466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upload portal: ID, email and supporting documents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631385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31385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7840935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840935" y="3968279"/>
            <a:ext cx="268423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storage in M-Files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7840935" y="4706466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data centre on First Nation land in Kamloops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923240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0923240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11132790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132790" y="3968279"/>
            <a:ext cx="2866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verification</a:t>
            </a:r>
            <a:endParaRPr lang="en-US" sz="2025" dirty="0"/>
          </a:p>
        </p:txBody>
      </p:sp>
      <p:sp>
        <p:nvSpPr>
          <p:cNvPr id="29" name="Text 26"/>
          <p:cNvSpPr/>
          <p:nvPr/>
        </p:nvSpPr>
        <p:spPr>
          <a:xfrm>
            <a:off x="11132790" y="4384997"/>
            <a:ext cx="268423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Officer reviews the application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4215095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14215095" y="3363441"/>
            <a:ext cx="3025155" cy="5715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2" name="Text 29"/>
          <p:cNvSpPr/>
          <p:nvPr/>
        </p:nvSpPr>
        <p:spPr>
          <a:xfrm>
            <a:off x="14424645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424645" y="3968279"/>
            <a:ext cx="2866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</a:t>
            </a:r>
            <a:endParaRPr lang="en-US" sz="2025" dirty="0"/>
          </a:p>
        </p:txBody>
      </p:sp>
      <p:sp>
        <p:nvSpPr>
          <p:cNvPr id="34" name="Text 31"/>
          <p:cNvSpPr/>
          <p:nvPr/>
        </p:nvSpPr>
        <p:spPr>
          <a:xfrm>
            <a:off x="14424645" y="4384997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ID and verification status recorded once approved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92576" y="6279952"/>
            <a:ext cx="7302773" cy="285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6" name="Shape 33"/>
          <p:cNvSpPr/>
          <p:nvPr/>
        </p:nvSpPr>
        <p:spPr>
          <a:xfrm>
            <a:off x="5492576" y="5860852"/>
            <a:ext cx="28575" cy="4476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7" name="Shape 34"/>
          <p:cNvSpPr/>
          <p:nvPr/>
        </p:nvSpPr>
        <p:spPr>
          <a:xfrm>
            <a:off x="12766774" y="5860852"/>
            <a:ext cx="28575" cy="4476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8" name="Shape 35"/>
          <p:cNvSpPr/>
          <p:nvPr/>
        </p:nvSpPr>
        <p:spPr>
          <a:xfrm>
            <a:off x="5387801" y="5841802"/>
            <a:ext cx="209550" cy="1524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9" name="Text 36"/>
          <p:cNvSpPr/>
          <p:nvPr/>
        </p:nvSpPr>
        <p:spPr>
          <a:xfrm>
            <a:off x="3859087" y="6413302"/>
            <a:ext cx="1056975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information is missing: </a:t>
            </a:r>
            <a:pPr algn="ctr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is asked to upload additional documents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4215095" y="6013252"/>
            <a:ext cx="311591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downstream storage for directory and reporting use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4215095" y="6999908"/>
            <a:ext cx="3025155" cy="509587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14331643" y="7123733"/>
            <a:ext cx="27920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confirmed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047750" y="8501063"/>
            <a:ext cx="457200" cy="5715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44" name="Text 41"/>
          <p:cNvSpPr/>
          <p:nvPr/>
        </p:nvSpPr>
        <p:spPr>
          <a:xfrm>
            <a:off x="1771650" y="8158163"/>
            <a:ext cx="159326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supports the public business directory. M-Files manages the private documents and verification process behind it.</a:t>
            </a:r>
            <a:endParaRPr lang="en-US" sz="2250" dirty="0"/>
          </a:p>
        </p:txBody>
      </p:sp>
      <p:sp>
        <p:nvSpPr>
          <p:cNvPr id="45" name="Shape 42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46" name="Text 43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23346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3 · MAKWA7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2334637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Makwa7: current status and next steps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356172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6" name="Text 3"/>
          <p:cNvSpPr/>
          <p:nvPr/>
        </p:nvSpPr>
        <p:spPr>
          <a:xfrm>
            <a:off x="1352550" y="2310929"/>
            <a:ext cx="25493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47750" y="2782416"/>
            <a:ext cx="6590333" cy="3520976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087216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configured the document upload and M-Files verification workflow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71600" y="3946252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introduced the workflow and began onboarding COO staff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71600" y="4805288"/>
            <a:ext cx="65368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purchased a dedicated verification workstation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371600" y="5330056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is reviewing the VM option for a controlled connection to Makwa7’s environment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323883" y="2356172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8683" y="2310929"/>
            <a:ext cx="17661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323883" y="2782416"/>
            <a:ext cx="8916367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323883" y="3488159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6" name="Text 13"/>
          <p:cNvSpPr/>
          <p:nvPr/>
        </p:nvSpPr>
        <p:spPr>
          <a:xfrm>
            <a:off x="8323883" y="2982441"/>
            <a:ext cx="2362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0609883" y="3488159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Text 15"/>
          <p:cNvSpPr/>
          <p:nvPr/>
        </p:nvSpPr>
        <p:spPr>
          <a:xfrm>
            <a:off x="10609883" y="2982441"/>
            <a:ext cx="68292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M-Files training; test access for Sonnet and Mihir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8323883" y="4518645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23883" y="3678659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0609883" y="4518645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9883" y="3678659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VM scope, cost and responsibilities; secure the COO workstation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323883" y="5549131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4" name="Text 21"/>
          <p:cNvSpPr/>
          <p:nvPr/>
        </p:nvSpPr>
        <p:spPr>
          <a:xfrm>
            <a:off x="8323883" y="4709145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609883" y="5549131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6" name="Text 23"/>
          <p:cNvSpPr/>
          <p:nvPr/>
        </p:nvSpPr>
        <p:spPr>
          <a:xfrm>
            <a:off x="10609883" y="4709145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 with sample businesses, including additional-document requests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8323883" y="6579617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323883" y="5739631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609883" y="6579617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0" name="Text 27"/>
          <p:cNvSpPr/>
          <p:nvPr/>
        </p:nvSpPr>
        <p:spPr>
          <a:xfrm>
            <a:off x="10609883" y="5739631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how verification status reaches COO OneDrive and Power BI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8323883" y="6770117"/>
            <a:ext cx="2362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0609883" y="6770117"/>
            <a:ext cx="68292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procedure, access management and support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47750" y="7656314"/>
            <a:ext cx="72493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7994452"/>
            <a:ext cx="678804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the COO technical setup, test the complete data flow and document the process for ongoing operation.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8323883" y="7418189"/>
            <a:ext cx="8916367" cy="1482923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8619158" y="7656314"/>
            <a:ext cx="91583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POINT · TO BE CONFIRMED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619158" y="7994452"/>
            <a:ext cx="857559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mentioned Google Drive and OneDrive as outputs. COO’s final destination and its Power BI connection still need confirmation.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9" name="Text 36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14397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1439793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priorities and discussion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3480643"/>
            <a:ext cx="5838527" cy="762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823543"/>
            <a:ext cx="64223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47750" y="4518868"/>
            <a:ext cx="6013683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recent responses, check duplicates and map locations, then refresh the report after Greg’s review. Website replacement follows final review.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6397079"/>
            <a:ext cx="583852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6568529"/>
            <a:ext cx="601368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phase: 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recurring process.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572077" y="3480643"/>
            <a:ext cx="4491186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572077" y="3823543"/>
            <a:ext cx="49403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572077" y="4518868"/>
            <a:ext cx="4625922" cy="2171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training and test access, confirm VM arrangements, test the verification workflow and confirm the reporting integration.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749064" y="3480643"/>
            <a:ext cx="4491186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2749064" y="3823543"/>
            <a:ext cx="49403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tracker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2749064" y="4518868"/>
            <a:ext cx="4625922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Communications updates, complete internal review and agree on hosting and maintenance.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0" y="8606805"/>
            <a:ext cx="18288000" cy="168019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7" name="Text 14"/>
          <p:cNvSpPr/>
          <p:nvPr/>
        </p:nvSpPr>
        <p:spPr>
          <a:xfrm>
            <a:off x="1047750" y="9140205"/>
            <a:ext cx="11020038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and guidance on next steps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16985977" y="9315896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2026-10-14T01:23:29Z</dcterms:created>
  <dcterms:modified xsi:type="dcterms:W3CDTF">2026-10-14T01:23:29Z</dcterms:modified>
</cp:coreProperties>
</file>